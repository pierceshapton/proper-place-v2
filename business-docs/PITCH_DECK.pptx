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Proper Place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marketplace for pub spaces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Finding a pub with the right private hire space is </a:t>
            </a:r>
            <a:r>
              <a:rPr b="1"/>
              <a:t>fragmented and frustrating</a:t>
            </a:r>
          </a:p>
          <a:p>
            <a:pPr lvl="0"/>
            <a:r>
              <a:rPr/>
              <a:t>No dedicated marketplace exists — people rely on Google, phone calls, or platforms built for hotels and corporate venues</a:t>
            </a:r>
          </a:p>
          <a:p>
            <a:pPr lvl="0"/>
            <a:r>
              <a:rPr/>
              <a:t>Pub landlords have </a:t>
            </a:r>
            <a:r>
              <a:rPr b="1"/>
              <a:t>underused spaces</a:t>
            </a:r>
            <a:r>
              <a:rPr/>
              <a:t> and no efficient way to fill them</a:t>
            </a:r>
          </a:p>
          <a:p>
            <a:pPr lvl="0"/>
            <a:r>
              <a:rPr/>
              <a:t>Every unfilled hour in a function room is </a:t>
            </a:r>
            <a:r>
              <a:rPr b="1"/>
              <a:t>lost revenue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Proper Place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purpose-built marketplace</a:t>
            </a:r>
            <a:r>
              <a:rPr/>
              <a:t> connecting guests with bookable pub spaces across the UK</a:t>
            </a:r>
          </a:p>
          <a:p>
            <a:pPr lvl="0"/>
            <a:r>
              <a:rPr/>
              <a:t>Search pubs by location on an </a:t>
            </a:r>
            <a:r>
              <a:rPr b="1"/>
              <a:t>interactive map</a:t>
            </a:r>
          </a:p>
          <a:p>
            <a:pPr lvl="0"/>
            <a:r>
              <a:rPr/>
              <a:t>Filter by space type, capacity, and price</a:t>
            </a:r>
          </a:p>
          <a:p>
            <a:pPr lvl="0"/>
            <a:r>
              <a:rPr b="1"/>
              <a:t>Book instantly</a:t>
            </a:r>
            <a:r>
              <a:rPr/>
              <a:t> and pay securely through the platform</a:t>
            </a:r>
          </a:p>
          <a:p>
            <a:pPr lvl="0"/>
            <a:r>
              <a:rPr/>
              <a:t>Available on </a:t>
            </a:r>
            <a:r>
              <a:rPr b="1"/>
              <a:t>web, iOS and Android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~40,000 pubs</a:t>
            </a:r>
            <a:r>
              <a:rPr/>
              <a:t> in the UK</a:t>
            </a:r>
          </a:p>
          <a:p>
            <a:pPr lvl="0"/>
            <a:r>
              <a:rPr/>
              <a:t>~60% have a bookable space = </a:t>
            </a:r>
            <a:r>
              <a:rPr b="1"/>
              <a:t>24,000 potential hosts</a:t>
            </a:r>
          </a:p>
          <a:p>
            <a:pPr lvl="0"/>
            <a:r>
              <a:rPr/>
              <a:t>Average 3 bookable spaces per pub</a:t>
            </a:r>
          </a:p>
          <a:p>
            <a:pPr lvl="0"/>
            <a:r>
              <a:rPr/>
              <a:t>At 4–5 bookings/week per pub, the </a:t>
            </a:r>
            <a:r>
              <a:rPr b="1"/>
              <a:t>Total Addressable Market</a:t>
            </a:r>
            <a:r>
              <a:rPr/>
              <a:t> is £82M/year in Gross Booking Value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No dominant marketplace for pubs exists</a:t>
            </a:r>
          </a:p>
          <a:p>
            <a:pPr lvl="0" indent="0" marL="0">
              <a:buNone/>
            </a:pPr>
            <a:r>
              <a:rPr/>
              <a:t>Hire Space, Tagvenue and OpenTable focus on corporate events, hotels and restaurants — </a:t>
            </a:r>
            <a:r>
              <a:rPr b="1"/>
              <a:t>not local pubs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Business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we make money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400"/>
                <a:gridCol w="1778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Booking commission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 of every booking (net of VAT)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Host subscription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£100/year per pub (after first 100 free founding hosts)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booking</a:t>
            </a:r>
          </a:p>
          <a:p>
            <a:pPr lvl="0" indent="0" marL="1270000">
              <a:buNone/>
            </a:pPr>
            <a:r>
              <a:rPr sz="2000"/>
              <a:t>Guest books a space at </a:t>
            </a:r>
            <a:r>
              <a:rPr sz="2000" b="1"/>
              <a:t>£15/night</a:t>
            </a:r>
            <a:r>
              <a:rPr sz="2000"/>
              <a:t> Proper Place earns </a:t>
            </a:r>
            <a:r>
              <a:rPr sz="2000" b="1"/>
              <a:t>£2.25</a:t>
            </a:r>
            <a:r>
              <a:rPr sz="2000"/>
              <a:t> Host receives the remainder after Stripe processing</a:t>
            </a:r>
          </a:p>
          <a:p>
            <a:pPr lvl="0" indent="0" marL="0">
              <a:buNone/>
            </a:pPr>
            <a:r>
              <a:rPr b="1"/>
              <a:t>Simple. Scalable. No upfront cost for early hosts.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Traction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Platform, iOS app and Android app </a:t>
            </a:r>
            <a:r>
              <a:rPr b="1"/>
              <a:t>fully built and live</a:t>
            </a:r>
          </a:p>
          <a:p>
            <a:pPr lvl="0"/>
            <a:r>
              <a:rPr/>
              <a:t>Proprietary </a:t>
            </a:r>
            <a:r>
              <a:rPr b="1"/>
              <a:t>CRM and sales tool</a:t>
            </a:r>
            <a:r>
              <a:rPr/>
              <a:t> built for host outreach</a:t>
            </a:r>
          </a:p>
          <a:p>
            <a:pPr lvl="0"/>
            <a:r>
              <a:rPr b="1"/>
              <a:t>200 host pubs targeted by end of summer 2026</a:t>
            </a:r>
          </a:p>
          <a:p>
            <a:pPr lvl="0"/>
            <a:r>
              <a:rPr/>
              <a:t>First 100 hosts sign up </a:t>
            </a:r>
            <a:r>
              <a:rPr b="1"/>
              <a:t>free forever</a:t>
            </a:r>
            <a:r>
              <a:rPr/>
              <a:t> (founding host tier)</a:t>
            </a:r>
          </a:p>
          <a:p>
            <a:pPr lvl="0"/>
            <a:r>
              <a:rPr/>
              <a:t>Stripe payments integrated (production-ready)</a:t>
            </a:r>
          </a:p>
          <a:p>
            <a:pPr lvl="0"/>
            <a:r>
              <a:rPr/>
              <a:t>Google Maps satellite search live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Financial Highlights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EBITDA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21,825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£64,106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+£9,906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95,388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£244,623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+£160,623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188,625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£479,406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+£313,906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Break-even: July 2026</a:t>
            </a:r>
            <a:r>
              <a:rPr/>
              <a:t> (Month 7)</a:t>
            </a:r>
          </a:p>
          <a:p>
            <a:pPr lvl="0"/>
            <a:r>
              <a:rPr/>
              <a:t>Profitable in Year 1</a:t>
            </a:r>
          </a:p>
          <a:p>
            <a:pPr lvl="0"/>
            <a:r>
              <a:rPr/>
              <a:t>Self-funding from Year 2 onwards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Post-COVID pubs are </a:t>
            </a:r>
            <a:r>
              <a:rPr b="1"/>
              <a:t>actively diversifying</a:t>
            </a:r>
            <a:r>
              <a:rPr/>
              <a:t> into events and private hire to survive</a:t>
            </a:r>
          </a:p>
          <a:p>
            <a:pPr lvl="0"/>
            <a:r>
              <a:rPr/>
              <a:t>Consumer demand for local, unique venues is at an all-time high</a:t>
            </a:r>
          </a:p>
          <a:p>
            <a:pPr lvl="0"/>
            <a:r>
              <a:rPr/>
              <a:t>No tech-first competitor has claimed this space</a:t>
            </a:r>
          </a:p>
          <a:p>
            <a:pPr lvl="0"/>
            <a:r>
              <a:rPr/>
              <a:t>The </a:t>
            </a:r>
            <a:r>
              <a:rPr b="1"/>
              <a:t>platform is built</a:t>
            </a:r>
            <a:r>
              <a:rPr/>
              <a:t> — this is a sales and growth challenge, not a product challenge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Phase 1 — Supply (Now → Summer 2026)</a:t>
            </a:r>
          </a:p>
          <a:p>
            <a:pPr lvl="0" indent="0" marL="0">
              <a:buNone/>
            </a:pPr>
            <a:r>
              <a:rPr/>
              <a:t>Onboard 200 host pubs via direct outreach using proprietary CRM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2 — Demand (Summer → End 2026)</a:t>
            </a:r>
          </a:p>
          <a:p>
            <a:pPr lvl="0" indent="0" marL="0">
              <a:buNone/>
            </a:pPr>
            <a:r>
              <a:rPr/>
              <a:t>SEO, Google Ads, social media to drive consumer bookings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3 — Scale (2027+)</a:t>
            </a:r>
          </a:p>
          <a:p>
            <a:pPr lvl="0" indent="0" marL="0">
              <a:buNone/>
            </a:pPr>
            <a:r>
              <a:rPr/>
              <a:t>Expand to 500+ hosts · Manchester, Birmingham, Edinburgh, Bristol · Affiliate and referral programmes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Pierce Shapton — Founder &amp; CEO</a:t>
            </a:r>
          </a:p>
          <a:p>
            <a:pPr lvl="0"/>
            <a:r>
              <a:rPr/>
              <a:t>Built the entire platform, CRM, iOS and Android app independently</a:t>
            </a:r>
          </a:p>
          <a:p>
            <a:pPr lvl="0"/>
            <a:r>
              <a:rPr/>
              <a:t>Responsible for product, sales, marketing and operations</a:t>
            </a:r>
          </a:p>
          <a:p>
            <a:pPr lvl="0"/>
            <a:r>
              <a:rPr b="1"/>
              <a:t>A Proper Place Limited</a:t>
            </a:r>
            <a:r>
              <a:rPr/>
              <a:t>, London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Planned hires</a:t>
            </a:r>
          </a:p>
          <a:p>
            <a:pPr lvl="0"/>
            <a:r>
              <a:rPr/>
              <a:t>Head of Host Partnerships — Year 2</a:t>
            </a:r>
          </a:p>
          <a:p>
            <a:pPr lvl="0"/>
            <a:r>
              <a:rPr/>
              <a:t>Marketing Executive — Year 2/3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Funding Ask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 are raising £32,000</a:t>
            </a:r>
          </a:p>
          <a:p>
            <a:pPr lvl="0" indent="0" marL="0">
              <a:buNone/>
            </a:pPr>
            <a:r>
              <a:rPr/>
              <a:t>To bridge the 6-month runway before the business becomes cash-flow positive in July 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of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Founder salary (Jan–Jun 2026)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£25,000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Infrastructure &amp;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£2,100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&amp; professional fees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Contingency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£2,900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£32,000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further external capital required to reach Year 3 projections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Pierce Shapton</a:t>
            </a:r>
            <a:r>
              <a:rPr/>
              <a:t> Founder &amp; CEO, A Proper Place Limited</a:t>
            </a:r>
          </a:p>
          <a:p>
            <a:pPr lvl="0" indent="0" marL="0">
              <a:buNone/>
            </a:pPr>
            <a:r>
              <a:rPr/>
              <a:t>pierce.shapton@proper-place.co.uk +44 7585 227180 www.proper-place.co.uk</a:t>
            </a:r>
          </a:p>
          <a:p>
            <a:pPr lvl="0" indent="0" marL="0">
              <a:buNone/>
            </a:pPr>
            <a:r>
              <a:rPr i="1"/>
              <a:t>Confidential — May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 Place</dc:title>
  <dc:creator/>
  <cp:keywords/>
  <dcterms:created xsi:type="dcterms:W3CDTF">2026-05-15T10:40:34Z</dcterms:created>
  <dcterms:modified xsi:type="dcterms:W3CDTF">2026-05-15T10:40:34Z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subtitle">
    <vt:lpwstr>The marketplace for pub spaces</vt:lpwstr>
  </property>
</Properties>
</file>